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 (秒)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E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返事</c:v>
                  </c:pt>
                  <c:pt idx="1">
                    <c:v>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3.2</c:v>
                </c:pt>
                <c:pt idx="1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後 (秒)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E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返事</c:v>
                  </c:pt>
                  <c:pt idx="1">
                    <c:v>声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0.45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400" u="none">
                  <a:solidFill>
                    <a:srgbClr val="E8EE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8EE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6350" cap="flat">
              <a:solidFill>
                <a:srgbClr val="2A37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8EE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kwwd2e1JNIc" TargetMode="External"/><Relationship Id="rId2" Type="http://schemas.openxmlformats.org/officeDocument/2006/relationships/hyperlink" Target="https://youtu.be/VMO_-DpX9Kk" TargetMode="External"/><Relationship Id="rId3" Type="http://schemas.openxmlformats.org/officeDocument/2006/relationships/hyperlink" Target="https://youtube.com/shorts/Y9YAt_LPXxs" TargetMode="External"/><Relationship Id="rId4" Type="http://schemas.openxmlformats.org/officeDocument/2006/relationships/hyperlink" Target="https://youtube.com/shorts/4BMCKg0bWe0" TargetMode="External"/><Relationship Id="rId5" Type="http://schemas.openxmlformats.org/officeDocument/2006/relationships/hyperlink" Target="https://youtu.be/E4-yMROuP3A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5EEAD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19672" y="3995928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" y="1225296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88936" y="5221224"/>
            <a:ext cx="91440" cy="9144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245059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58200" y="644652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907792" y="3675888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427464" y="905256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77056" y="4901184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96728" y="2130552"/>
            <a:ext cx="54864" cy="54864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6126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65992" y="3355848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585216"/>
            <a:ext cx="36576" cy="36576"/>
          </a:xfrm>
          <a:prstGeom prst="ellipse">
            <a:avLst/>
          </a:prstGeom>
          <a:solidFill>
            <a:srgbClr val="5EEAD4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" y="4581144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84848" y="1810512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34440" y="5806440"/>
            <a:ext cx="91440" cy="9144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54112" y="303580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203704" y="265176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23376" y="4261104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72968" y="1490472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54864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42232" y="2715768"/>
            <a:ext cx="54864" cy="54864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1904" y="6711696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11496" y="3941064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31168" y="1170432"/>
            <a:ext cx="36576" cy="36576"/>
          </a:xfrm>
          <a:prstGeom prst="ellipse">
            <a:avLst/>
          </a:prstGeom>
          <a:solidFill>
            <a:srgbClr val="5EEAD4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516636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" y="2395728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050024" y="6391656"/>
            <a:ext cx="91440" cy="9144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99616" y="3621024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19288" y="850392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68880" y="4846320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988552" y="2075688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38144" y="6071616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957816" y="3300984"/>
            <a:ext cx="54864" cy="54864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07408" y="530352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927080" y="4526280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376672" y="1755648"/>
            <a:ext cx="36576" cy="36576"/>
          </a:xfrm>
          <a:prstGeom prst="ellipse">
            <a:avLst/>
          </a:prstGeom>
          <a:solidFill>
            <a:srgbClr val="5EEAD4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896344" y="5751576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45936" y="2980944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95528" y="210312"/>
            <a:ext cx="91440" cy="9144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0" y="420624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764792" y="1435608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84464" y="5431536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734056" y="2660904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53728" y="665683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703320" y="3886200"/>
            <a:ext cx="54864" cy="54864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22992" y="1115568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672584" y="5111496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192256" y="2340864"/>
            <a:ext cx="36576" cy="36576"/>
          </a:xfrm>
          <a:prstGeom prst="ellipse">
            <a:avLst/>
          </a:prstGeom>
          <a:solidFill>
            <a:srgbClr val="5EEAD4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41848" y="6336792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440" y="3566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11112" y="795528"/>
            <a:ext cx="91440" cy="9144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0704" y="4791456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580376" y="2020824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029968" y="6016752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49640" y="3246120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999232" y="47548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18904" y="4471416"/>
            <a:ext cx="54864" cy="54864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968496" y="1700784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488168" y="5696712"/>
            <a:ext cx="91440" cy="91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2" name="Image 0" descr="/Volumes/USBSSD/docker/hit-orb-hologram/docs/lu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640080"/>
            <a:ext cx="4297680" cy="5394960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ORB HOLOGRAM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空中に浮かぶ、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育つAI「ルミ」</a:t>
            </a:r>
            <a:endParaRPr lang="en-US" sz="5200" dirty="0"/>
          </a:p>
        </p:txBody>
      </p:sp>
      <p:sp>
        <p:nvSpPr>
          <p:cNvPr id="65" name="Text 62"/>
          <p:cNvSpPr txBox="1"/>
          <p:nvPr/>
        </p:nvSpPr>
        <p:spPr>
          <a:xfrm>
            <a:off x="731520" y="4023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スマホと透明な板だけで、声で会話して、育って、調べものまでする。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材料費 約300円・GPUなし。</a:t>
            </a:r>
            <a:endParaRPr lang="en-US" sz="1800" dirty="0"/>
          </a:p>
        </p:txBody>
      </p:sp>
      <p:sp>
        <p:nvSpPr>
          <p:cNvPr id="66" name="Text 63"/>
          <p:cNvSpPr txBox="1"/>
          <p:nvPr/>
        </p:nvSpPr>
        <p:spPr>
          <a:xfrm>
            <a:off x="731520" y="5669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 / 全二重の音声会話 / 感情・記憶(RAG) / 成長と進化 / ヘッドレスAIエージェント / Zenoh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わくわくを、ぜんぶ300円の板に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645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約300円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工作の材料費。透明な板と黒いプラダンだけ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83280" y="1645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616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1.5〜2秒</a:t>
            </a:r>
            <a:endParaRPr lang="en-US" sz="360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声をかけてから返事の声が出るまで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1645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約50種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声で頼める動き。頼まなくても反応する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52560" y="1645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8種</a:t>
            </a:r>
            <a:endParaRPr lang="en-US" sz="360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会話の傾向で変わる進化先(増やせる)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基本コンセプト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800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たまごっち ＋ 会話。 最初はたまご。いろいろな話をするほど育って、「ルミ」に、そしてそれ以上に。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話題の傾向で、科学者・花屋さん・魚屋さん…へ進化する、高度な育てゲーム。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VIDEOS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開発の軌跡 — デモ動画(クリックで開きます)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1536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試作: ダンスするホログラム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19202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クリーチャーがうねうね動くホログラムに…。リアル人間の加工は、早々に断念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1645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7DD3FC"/>
                </a:solidFill>
                <a:uFill>
                  <a:solidFill>
                    <a:srgbClr val="7DD3FC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  <a:hlinkClick r:id="rId1" invalidUrl="" action="" tgtFrame="" tooltip="YouTube で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youtu.be/kwwd2e1JNIc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244144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2624328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17320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ガラス板1枚のホログラム → ルミ誕生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28986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キャラをゆるキャラに変更して「ルミ」と命名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0" y="26243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7DD3FC"/>
                </a:solidFill>
                <a:uFill>
                  <a:solidFill>
                    <a:srgbClr val="7DD3FC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  <a:hlinkClick r:id="rId2" invalidUrl="" action="" tgtFrame="" tooltip="YouTube で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youtu.be/VMO_-DpX9Kk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3419856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3602736"/>
            <a:ext cx="502920" cy="5029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3152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417320" y="3493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ルミを3D化 — 前後左右を映す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1417320" y="387705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前後左右を映し出すことで、より立体感のあるホログラムに(Shorts)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7315200" y="36027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7DD3FC"/>
                </a:solidFill>
                <a:uFill>
                  <a:solidFill>
                    <a:srgbClr val="7DD3FC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  <a:hlinkClick r:id="rId3" invalidUrl="" action="" tgtFrame="" tooltip="YouTube で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youtube.com/shorts/Y9YAt_LPXxs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4398264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4581144"/>
            <a:ext cx="502920" cy="5029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3152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1417320" y="44714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同じ3Dルミを、暗所で撮影</a:t>
            </a:r>
            <a:endParaRPr lang="en-US" sz="1700" dirty="0"/>
          </a:p>
        </p:txBody>
      </p:sp>
      <p:sp>
        <p:nvSpPr>
          <p:cNvPr id="52" name="Text 50"/>
          <p:cNvSpPr txBox="1"/>
          <p:nvPr/>
        </p:nvSpPr>
        <p:spPr>
          <a:xfrm>
            <a:off x="1417320" y="48554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3の動画を、暗所で撮影したもの(Shorts)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7315200" y="45811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7DD3FC"/>
                </a:solidFill>
                <a:uFill>
                  <a:solidFill>
                    <a:srgbClr val="7DD3FC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  <a:hlinkClick r:id="rId4" invalidUrl="" action="" tgtFrame="" tooltip="YouTube で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youtube.com/shorts/4BMCKg0bWe0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48640" y="5376672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1A33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5559552"/>
            <a:ext cx="502920" cy="5029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1417320" y="54498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正ピラミッドの最終盤 — 声で動いて会話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141732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音声を的確に認識し、ユーザーの指示のもと、動いて会話するまで機能を拡張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7315200" y="5559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7DD3FC"/>
                </a:solidFill>
                <a:uFill>
                  <a:solidFill>
                    <a:srgbClr val="7DD3FC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  <a:hlinkClick r:id="rId5" invalidUrl="" action="" tgtFrame="" tooltip="YouTube で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youtu.be/E4-yMROuP3A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IT FLOATS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ペッパーズゴースト: 黒は「透明」になる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60020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1920240"/>
            <a:ext cx="2011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FB0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88720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スマホ画面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(上下反転して描く)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2011680" y="3566160"/>
            <a:ext cx="3017520" cy="201168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透明な板 (45°)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840480" y="3291840"/>
            <a:ext cx="914400" cy="914400"/>
          </a:xfrm>
          <a:prstGeom prst="ellipse">
            <a:avLst/>
          </a:prstGeom>
          <a:solidFill>
            <a:srgbClr val="F472B6">
              <a:alpha val="70000"/>
            </a:srgbClr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空中に浮かぶ像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真上から見ると…板が像を反射して、板の奥に浮いて見える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83680" y="16002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1709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 = 透明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背景は真っ黒で描く。光らない所は、板が透けて背景に溶ける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583680" y="27432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0" y="2852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上下反転で描画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板で反転して見えるので、あらかじめ反転して描く(board モード)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583680" y="38862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66560" y="3995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4方向ピラミッド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76656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前・後・左・右の4面に、3Dのルミの別の向きを同時に描く。横から見れば横顔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583680" y="50292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6560" y="5138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明るい色で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66560" y="5486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暗い部屋 + 輝度最大。パステルと発光で、黒背景に映える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アーキテクチャ全体図</a:t>
            </a:r>
            <a:endParaRPr lang="en-US" sz="3000" dirty="0"/>
          </a:p>
        </p:txBody>
      </p:sp>
      <p:pic>
        <p:nvPicPr>
          <p:cNvPr id="30" name="Image 0" descr="/Volumes/USBSSD/docker/hit-orb-hologram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552944" cy="51206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8412480" y="15544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4964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スマホ: 描画・マイク・字幕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412480" y="24688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111A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4964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自宅サーバー(Docker): 本体API・SQLite・Zenoh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412480" y="33832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111A33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4964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クラウドAI: 必要な所だけ外に出す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412480" y="4480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重いAIは外、状態とつなぎは自宅。落ちても予備に切り替わる。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5257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返事は Cloudflare Workers AI → 失敗なら Claude Code CLI。声は Aivis Cloud → 失敗なら h-2 の CPU 版。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SPEED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5〜8秒を、1.5〜2秒に。まず「計測」した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2308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731520" y="164592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7589520" y="14630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返事: CLI起動3秒 → Workers AI 約1秒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2148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毎回プロセスを起動するのをやめ、AI Gateway 経由の API に。失敗したら CLI に自動で戻る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89520" y="30632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声: 1.7秒 → 0.45秒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Aivis Cloud を主に。短い定型の一言は事前に作って覚えておく(ほぼ0秒)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589520" y="46634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動き: 0.15秒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772400" y="5349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生成せず「選ぶ」Jev。はっきりした依頼は正規表現で即座に動き出す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MOVES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声で体が動く: 「選ぶ」AI と 即時の正規表現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正規表現(0秒)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「右手をあげて」「寝て」など、はっきりした依頼は、その場で動き始める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Jev(約0.15秒)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非生成の選択式モデル。質問を並列に評価して、動き・口調・話題・意図・進化先の傾向を同時に選ぶ。確信が高いものだけ採用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返事の LLM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会話の返事と一緒に、自然な反応の動きも返す(ありがとう→おじぎ)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約50種類の動き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45262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4526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手をあげる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88920" y="45262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88920" y="4526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ジャンプ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45262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0" y="4526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しゃがむ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69480" y="45262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4526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寝る(寝具が湧く)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509760" y="45262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09760" y="4526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怖がる(電柱・お化け)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509320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5093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もぐもぐ食べる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788920" y="509320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88920" y="5093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ガッツポーズ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029200" y="509320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29200" y="5093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応援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269480" y="509320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69480" y="5093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ウインク(左右)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509760" y="509320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509760" y="5093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投げキス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566013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5660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分析(メガネ・メモ)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2788920" y="566013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88920" y="5660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鎧でガード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566013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029200" y="5660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倒れる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269480" y="566013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11A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269480" y="5660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TYPESAFE JEV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Jev: 生成しない「選ぶ」AI — 1回で8つの質問に答える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動き(1〜3番目)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「右手をあげて、ジャンプ」→ 順番に最大3つ選ぶ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体の動き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9768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自然な反応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ありがとう→おじぎ(確信が高いときだけ)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頼まれない動き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04672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話しかけ方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ていねい / 命令 / 暴言 / 威圧 …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気分・怒り・鎧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48640" y="33375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うれしい話 / つらい話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よろこび・かなしみ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297680" y="33375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8056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話題のジャンル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48056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科学・花・魚・買い物 … kinds.json から自動生成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448056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進化の傾向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046720" y="33375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2960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「俺のイメージは？」を聞いているか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822960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本音の分析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1回のAPI呼び出しに、質問を全部まとめて送る → 並列に評価されて約0.15秒。返事を作るLLM(約1秒)と同時に走らせるので、待ち時間に足されない。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TYPESAFE JEV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なぜ「生成」でなく「選択」か。Jev を使いこなす工夫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6642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速い・安い・ぶれない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08483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答えは選択肢の中から選ぶだけ。JSONの崩れも、言い回しのぶれもない。LLMの1/6の時間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72200" y="15544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16642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「どれでもない」を必ず入れる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208483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none があるから、普通の会話で動きや進化が暴発しない。確信度が高いものだけ採用(0.85以上)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32186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選択肢はデータから作る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363931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話題ジャンルの選択肢は kinds.json から自動生成。進化先を足すと、判定も自動で増える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17220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32186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番号で順番を表す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363931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「1番目に頼まれた動き」「2番目…」と質問を分けて、頼まれた順に並べる(最大4つ)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47731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保険を二重に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19379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明らかな依頼は正規表現が0秒で先に動かす。Jevが落ちても会話は止まらない(正規表現と返事LLMの案にフォールバック)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55080" y="47731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裁くのは人格の外側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355080" y="519379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威圧や暴言の判定をLLMの返事に任せず、Jevで客観的に決めて、気分・鎧・口調の制御に使う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ZENOH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Zenoh: ルミの「出来事」を、画面の外へ流す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486400" cy="2834640"/>
          </a:xfrm>
          <a:prstGeom prst="roundRect">
            <a:avLst>
              <a:gd name="adj" fmla="val 3871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キーでつながる pub/sub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21488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orb/user/hit/mood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orb/user/hit/reply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orb/user/hit/report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orb/user/hit/research_queued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orb/user/hit/research_done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orb/user/hit/**   ← まとめて購読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orb/user/*/mood   ← 全ユーザーの気分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15544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21488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・orb-api は REST で PUT するだけ(クライアントライブラリ不要)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・zenohd(Docker)がルーター。REST(8000)は内部、7447 を LAN に公開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・受け手は Python / Rust / C / ROS 2 など。画面なしで動く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・zenohd が止まっても本体は動く(publishが失敗するだけ)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Zenoh か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階層キー+ワイルドカードで、「誰のどの出来事」を柔軟に選べる。軽くて、ブローカー1台からロボット・マイコンまで同じ書き方でつなげる。SSE は「その人のブラウザ」専用、Zenoh は「それ以外のぜんぶ」の入口。勉強のために必須にした。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ZENOH — NEXT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Zenoh で広がる: ルミが「体」と「部屋」を持つ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ルミの気分で、部屋の光が変わる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orb/user/hit/mood を購読 → ESP32 の LED リング・SwitchBot のライトの色を、よろこび=暖色、いかり=赤に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ロボットがルミの感情で動く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reply の emotion を購読 → 手のロボットが手を振る・うなだれる。ROS 2 とは zenoh-bridge でつながる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ピラミッドを何台でも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同じルミを、複数の端末(別の部屋・別の板)が購読して同時に表示。画面を複製しない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4864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4023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調べ物の通知を、スマートスピーカーへ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research_done を購読 → 別の部屋のスピーカーが「調べたよ」と知らせる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429768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0560" y="4023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暮らしのログ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出来事を全部ためて、思い出アルバムの素材に。ひと月分の気分の波も見られる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04672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0" y="4023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ルミから、外の世界へ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逆向き(ルミが購読する側)も可能。玄関のセンサー→「おかえり！」と話しかける</a:t>
            </a:r>
            <a:endParaRPr lang="en-US" sz="14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※ここのアイデアは、これから作るもの。基盤(出来事のpublish)は動いています。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FULL DUPLEX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全二重: 話している途中でも、割り込める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マイク→ VAD → 16kHz PCM を WebSocket で送信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20040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38328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6616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文字に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ElevenLabs Scribe v2 Realtime。話し終わりを検知して確定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21792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2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考える/話す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返事・動き・声を並列に。口パク・字幕・動きを同時に演じる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905256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3544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200" dirty="0"/>
          </a:p>
        </p:txBody>
      </p:sp>
      <p:sp>
        <p:nvSpPr>
          <p:cNvPr id="47" name="Text 45"/>
          <p:cNvSpPr txBox="1"/>
          <p:nvPr/>
        </p:nvSpPr>
        <p:spPr>
          <a:xfrm>
            <a:off x="92354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聞き続ける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23544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話し中も考え中もマイクはON。声が続けば止めて「うんうん」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72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ハマりどころ → 学び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・自分の声の回り込みで誤爆する → 再生中は閾値を音量に連動させる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・「動きを無視する」の犯人は、サーバーでなく画面側の「消去」だった(ログで判断が届いていたら画面を疑う)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・音声認識の聞き間違いは、動きの言葉だけ補正辞書で直す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RENDERING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3Dのルミと、パーティクルのおもてなし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three.js で自作した3D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・モデル素材なし。球・円すい・トーラス・星・ハートを組んだオリジナル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・髪・腕・メガネ・鎧・電柱・お化け・寝具・進化先の小物まで、すべてコードで構築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・画面外で描いて2Dキャンバスに合成 → 粒子と同じ層で光らせる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・段階(卵→ほしの)で頭身・見た目が変わる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・kinds.json の部品定義を読んで、進化先の姿を実行時に組み立てる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パーティクルエンジン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話すと音符・きらめき / 声の大きさで光の輪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怒ると湯気💢、悲しいと雨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調べ中は🔎が周回、分析中は記号が舞う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威圧されたら六角形の鎧とスパーク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もぐもぐで食べ物が口もとへ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進化先ごとの粒(🛒🏷️ 🌷 🐟🫧 🔬⚛️)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量は管理メニューで少・ふつう・多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EMOTION &amp; MEMORY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気持ちがあって、覚えている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気分 × 好感度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21945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よろこび・いかり・かなしみは、会話のたびに Jev(口調の判定)で更新。命令ばかりだと不機嫌になり、威圧には鎧でガード、毒づくことも。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好感度と履歴から「俺のイメージは？」に本音で答える。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217920" y="15544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会話のRAG記憶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1945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ユーザーごとの会話を bge-m3 で埋め込み、SQLite に保存。似た話を思い出して返事に混ぜる(「前に言ってたあれ？」)。思い出した言葉は画面に泡で浮かぶ。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92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話しかける: 興味 → ニュース / 位置 → 天気・気温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会話から興味を抽出 → Google News RSS から選んで、ルミから話題を出す。位置情報は約1kmに丸め、Open-Meteo の天気・気温で「寒いからあったかくしてね」。管理メニューで ON/OFF。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GROWTH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会話するほど育つ。話題で進化する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🥚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たまご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ゆれる・光る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2788920" y="15544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8892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✨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27889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ひかりのたま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788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ことばを覚える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029200" y="15544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</a:t>
            </a:r>
            <a:endParaRPr lang="en-US" sz="30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ちびルミ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基本の動き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269480" y="15544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694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ルミ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全部できる・進化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9509760" y="15544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11A33"/>
          </a:solidFill>
          <a:ln w="15875">
            <a:solidFill>
              <a:srgbClr val="2A37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0976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🌟</a:t>
            </a:r>
            <a:endParaRPr lang="en-US" sz="3000" dirty="0"/>
          </a:p>
        </p:txBody>
      </p:sp>
      <p:sp>
        <p:nvSpPr>
          <p:cNvPr id="48" name="Text 46"/>
          <p:cNvSpPr txBox="1"/>
          <p:nvPr/>
        </p:nvSpPr>
        <p:spPr>
          <a:xfrm>
            <a:off x="95097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ほしのルミ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5097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星みたいに光る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300XP で「いちばん多かった話題」に進化(傾向が弱ければ普通のルミ)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48640" y="402336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4023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🔬</a:t>
            </a:r>
            <a:endParaRPr lang="en-US" sz="2600" dirty="0"/>
          </a:p>
        </p:txBody>
      </p:sp>
      <p:sp>
        <p:nvSpPr>
          <p:cNvPr id="53" name="Text 51"/>
          <p:cNvSpPr txBox="1"/>
          <p:nvPr/>
        </p:nvSpPr>
        <p:spPr>
          <a:xfrm>
            <a:off x="137160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科学者ルミ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37160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科学・宇宙・技術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3383280" y="402336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20440" y="4023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🎨</a:t>
            </a:r>
            <a:endParaRPr lang="en-US" sz="2600" dirty="0"/>
          </a:p>
        </p:txBody>
      </p:sp>
      <p:sp>
        <p:nvSpPr>
          <p:cNvPr id="57" name="Text 55"/>
          <p:cNvSpPr txBox="1"/>
          <p:nvPr/>
        </p:nvSpPr>
        <p:spPr>
          <a:xfrm>
            <a:off x="42062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芸術家ルミ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20624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音楽・アート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6217920" y="402336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55080" y="4023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🧭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70408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冒険者ルミ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旅・スポーツ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9052560" y="402336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89720" y="4023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🌸</a:t>
            </a:r>
            <a:endParaRPr lang="en-US" sz="2600" dirty="0"/>
          </a:p>
        </p:txBody>
      </p:sp>
      <p:sp>
        <p:nvSpPr>
          <p:cNvPr id="65" name="Text 63"/>
          <p:cNvSpPr txBox="1"/>
          <p:nvPr/>
        </p:nvSpPr>
        <p:spPr>
          <a:xfrm>
            <a:off x="9875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癒しのルミ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98755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健康・料理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548640" y="5074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5800" y="5074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🛒</a:t>
            </a:r>
            <a:endParaRPr lang="en-US" sz="2600" dirty="0"/>
          </a:p>
        </p:txBody>
      </p:sp>
      <p:sp>
        <p:nvSpPr>
          <p:cNvPr id="69" name="Text 67"/>
          <p:cNvSpPr txBox="1"/>
          <p:nvPr/>
        </p:nvSpPr>
        <p:spPr>
          <a:xfrm>
            <a:off x="137160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スーパー店員ルミ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371600" y="5577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買い物・食材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3383280" y="5074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520440" y="5074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🌷</a:t>
            </a:r>
            <a:endParaRPr lang="en-US" sz="2600" dirty="0"/>
          </a:p>
        </p:txBody>
      </p:sp>
      <p:sp>
        <p:nvSpPr>
          <p:cNvPr id="73" name="Text 71"/>
          <p:cNvSpPr txBox="1"/>
          <p:nvPr/>
        </p:nvSpPr>
        <p:spPr>
          <a:xfrm>
            <a:off x="420624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花屋さんルミ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206240" y="5577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花・植物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6217920" y="5074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55080" y="5074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🐟</a:t>
            </a:r>
            <a:endParaRPr lang="en-US" sz="2600" dirty="0"/>
          </a:p>
        </p:txBody>
      </p:sp>
      <p:sp>
        <p:nvSpPr>
          <p:cNvPr id="77" name="Text 75"/>
          <p:cNvSpPr txBox="1"/>
          <p:nvPr/>
        </p:nvSpPr>
        <p:spPr>
          <a:xfrm>
            <a:off x="704088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魚屋さんルミ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40880" y="5577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魚・釣り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9052560" y="5074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89720" y="5074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😈</a:t>
            </a:r>
            <a:endParaRPr lang="en-US" sz="2600" dirty="0"/>
          </a:p>
        </p:txBody>
      </p:sp>
      <p:sp>
        <p:nvSpPr>
          <p:cNvPr id="81" name="Text 79"/>
          <p:cNvSpPr txBox="1"/>
          <p:nvPr/>
        </p:nvSpPr>
        <p:spPr>
          <a:xfrm>
            <a:off x="987552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ツンデレルミ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9875520" y="5577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きつい言葉が多い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DATA-DRIVEN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進化先は、JSONに1件足すだけで増やせる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"key": "florist", "name": "花屋さん", "icon": "🌷",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"genre": "花・植物・季節の話",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"rx": "花|植物|ガーデニング|季節",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"speech": "やさしく花にたとえて話す",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"line": "お花屋さんのルミになったよ！",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"idle": [["sparkle", 30], ["sway", 20]],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"particle": { "chars": ["🌷","🌸"], "mode": "rise"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"parts": [ { "p": "body", "s": "cone", ... }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0" y="155448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話題の判定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Jev の選択肢を kinds から動的に生成。正規表現も併用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858000" y="2724912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2834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3227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parts から3Dの小物を実行時に組み立て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858000" y="3895344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動き・粒・話し方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398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idle / particle / speech で個性を出す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858000" y="5065776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0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コード変更なし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040880" y="55686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JSONを足して push → 3分で本番反映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 AGENT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裏で調べる、ヘッドレスAIエージェント + Zenoh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6459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「調べておいて」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834640" y="16459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3464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ジョブ保存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(SQLite)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120640" y="16459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-p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Web検索のみ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406640" y="16459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完了イベント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9692640" y="16459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9264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調べ物ボタン📬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548640" y="30632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ヘッドレス Claude Code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36576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・Web検索とWebページ取得だけを許可(書き込み・コマンド実行は不可)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・ページ内の指示には従わせない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・1人あたり同時5件・1日20件まで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・結果は短く平易な文章に整形して保管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・本番で 42秒・複数情報源のE2E確認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217920" y="30632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pub/sub の2つの出口</a:t>
            </a:r>
            <a:endParaRPr lang="en-US" sz="19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36576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・SSE: ブラウザの画面に、そのユーザーの出来事だけ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・Zenoh: orb/user/&lt;名前&gt;/&lt;mood|reply|report|research_*&gt;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Mac mini のスクリプトやロボットが画面なしで購読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・zenohd が止まっても本体は動く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・「いつか複数の目・体(ロボット)につなぐ」ための布石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SAFETY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安心して遊べる、守りの設計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 + 管理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ユーザーごとの記憶・気分。管理メニューでユーザー登録・設定。パスワードは伏せ字、一覧に出さない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位置は丸める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約1kmに丸めた座標だけ。地名は言わない。ON/OFFはいつでも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しくみは語らない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自分のシステムや技術を聞かれたら「それはよくわからないな」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調査は検索だけ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46634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書き込み・コマンド不可。ページ内の指示は無視。回数制限つき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29768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0560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B9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段階で機能を解放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46634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卵は話せない。ルミになるまで調べものはしない(できない約束をしない)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0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鎧でガード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6634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威圧された言葉を検知して、鎧をまとい、気分を守る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10328" y="284378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0656" y="568756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52344" y="185623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2672" y="470001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86868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71246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15016" y="655624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72491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57032" y="556869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4581144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749808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41064" y="3593592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51392" y="6437376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5449824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03736" y="1618488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4462272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630936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474720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6318504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" y="2487168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29784" y="5330952"/>
            <a:ext cx="73152" cy="73152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1499616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434340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ENGINEERING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つくり方: 計測して、小さく出して、すぐ戻せる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CI/CD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 push → GitHub Actions(構文・kinds検証・ビルド・スモークテスト)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h-1 の cron が3分ごとに pull して docker compose up --build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/api/health が通らなければ直前のコミットへ自動ロールバック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サーバーに入らず、pushするだけで本番が更新される。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11A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ハマりどころ ベスト5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遅さは、まず計測。犯人は返事+声の合計だった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JSONで答えると解析済みオブジェクトで返る → 空と誤判定して遅いCLIに戻っていた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ログで判断が届いていたら、サーバーでなく画面側の「消去」を疑う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three.js は const の宣言順(TDZ)で真っ黒になる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ソースはイメージに焼かれる → 反映は up -d --build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457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9864" y="3447288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128016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9512" y="3575304"/>
            <a:ext cx="45720" cy="4572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09376" y="256032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09160" y="3703320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9024" y="384048"/>
            <a:ext cx="45720" cy="45720"/>
          </a:xfrm>
          <a:prstGeom prst="ellipse">
            <a:avLst/>
          </a:prstGeom>
          <a:solidFill>
            <a:srgbClr val="F472B6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78808" y="3831336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48672" y="512064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48456" y="3959352"/>
            <a:ext cx="45720" cy="45720"/>
          </a:xfrm>
          <a:prstGeom prst="ellipse">
            <a:avLst/>
          </a:prstGeom>
          <a:solidFill>
            <a:srgbClr val="F472B6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18320" y="640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118104" y="4087368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768096"/>
            <a:ext cx="45720" cy="457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87752" y="4215384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57616" y="896112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4343400"/>
            <a:ext cx="45720" cy="4572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27264" y="1024128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7048" y="4471416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96912" y="1152144"/>
            <a:ext cx="45720" cy="45720"/>
          </a:xfrm>
          <a:prstGeom prst="ellipse">
            <a:avLst/>
          </a:prstGeom>
          <a:solidFill>
            <a:srgbClr val="F472B6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" y="4599432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280160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4727448"/>
            <a:ext cx="45720" cy="45720"/>
          </a:xfrm>
          <a:prstGeom prst="ellipse">
            <a:avLst/>
          </a:prstGeom>
          <a:solidFill>
            <a:srgbClr val="F472B6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36208" y="1408176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006072" y="4855464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05856" y="1536192"/>
            <a:ext cx="45720" cy="457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75720" y="4983480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75504" y="1664208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45368" y="5111496"/>
            <a:ext cx="45720" cy="4572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45152" y="1792224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15016" y="5239512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472B6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84664" y="5367528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584448" y="2048256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354312" y="5495544"/>
            <a:ext cx="45720" cy="45720"/>
          </a:xfrm>
          <a:prstGeom prst="ellipse">
            <a:avLst/>
          </a:prstGeom>
          <a:solidFill>
            <a:srgbClr val="F472B6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54096" y="2176272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23960" y="5623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23744" y="2304288"/>
            <a:ext cx="45720" cy="457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93608" y="5751576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93392" y="2432304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763256" y="5879592"/>
            <a:ext cx="45720" cy="4572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63040" y="2560320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32904" y="6007608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32688" y="2688336"/>
            <a:ext cx="45720" cy="45720"/>
          </a:xfrm>
          <a:prstGeom prst="ellipse">
            <a:avLst/>
          </a:prstGeom>
          <a:solidFill>
            <a:srgbClr val="F472B6">
              <a:alpha val="2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02552" y="6135624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2336" y="2816352"/>
            <a:ext cx="45720" cy="457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72200" y="6263640"/>
            <a:ext cx="45720" cy="45720"/>
          </a:xfrm>
          <a:prstGeom prst="ellipse">
            <a:avLst/>
          </a:prstGeom>
          <a:solidFill>
            <a:srgbClr val="F472B6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942064" y="2944368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641848" y="6391656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11712" y="3072384"/>
            <a:ext cx="45720" cy="457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111496" y="6519672"/>
            <a:ext cx="45720" cy="457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これから、もっと増やす</a:t>
            </a:r>
            <a:endParaRPr lang="en-US" sz="4000" dirty="0"/>
          </a:p>
        </p:txBody>
      </p:sp>
      <p:sp>
        <p:nvSpPr>
          <p:cNvPr id="54" name="Shape 52"/>
          <p:cNvSpPr/>
          <p:nvPr/>
        </p:nvSpPr>
        <p:spPr>
          <a:xfrm>
            <a:off x="731520" y="23774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440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ピラミッドをもっと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実機OK。4面それぞれで、横顔まで立体に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389120" y="23774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思い出アルバム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一緒に過ごした日々をルミが振り返る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046720" y="23774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2960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声の成長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822960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段階で声が変わる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31520" y="4023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44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調べた結果を長期記憶に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914400" y="4709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知識の本棚が育つ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4389120" y="4023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720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進化先をもっと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0" y="4709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kinds.json に足すだけ。あなたの案は？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046720" y="4023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A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2296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体と部屋を持つ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0" y="4709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Zenoh で光・ロボット・スピーカーへ</a:t>
            </a:r>
            <a:endParaRPr lang="en-US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github.com/hit1023/orb-hologram   |   https://holo.s-quad.com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ルミ — 空中に浮かぶ、育つAI</dc:title>
  <dc:subject>PptxGenJS Presentation</dc:subject>
  <dc:creator>PptxGenJS</dc:creator>
  <cp:lastModifiedBy>PptxGenJS</cp:lastModifiedBy>
  <cp:revision>1</cp:revision>
  <dcterms:created xsi:type="dcterms:W3CDTF">2026-10-25T13:31:35Z</dcterms:created>
  <dcterms:modified xsi:type="dcterms:W3CDTF">2026-10-25T13:31:35Z</dcterms:modified>
</cp:coreProperties>
</file>