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8a582a80-6787-82bf-a800-7d5942fb7d75}">
          <p14:sldIdLst>
            <p14:sldId id="256"/>
            <p14:sldId id="257"/>
          </p14:sldIdLst>
        </p14:section>
        <p14:section name="作る" id="{9d0be963-9b6e-dde4-19cc-c4e4df849067}">
          <p14:sldIdLst>
            <p14:sldId id="258"/>
            <p14:sldId id="259"/>
            <p14:sldId id="260"/>
          </p14:sldIdLst>
        </p14:section>
        <p14:section name="動かす" id="{ebab342d-82e1-a181-063c-74a425cb38e4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スマホ画面の光を斜めの透明板に反射させ、空中に像を浮かべる『ペッパーズゴースト』の工作と、その上で動くAIキャラの紹介。総額は300円。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板は見る人側が高い坂。スマホの奥の端に板の低い端を合わせる。光は画面→板の裏側→水平に目。上から見下ろすと反射は見えない。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アクリル板は見つからず、シュリンクプラスチックで代用。テープは家にあるものを使用。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テープは板と三角の外側の壁にまたがせて貼る。スマホは縦向き、自動回転オフ。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撮影した実機の動画。3Dモデルを使った試作で、顔・体形が基準のコンセプト画像と大きく異なったため、基準画像を表示する方式に切り替えた。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6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6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kwwd2e1JNIc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 magenta"/>
          <p:cNvSpPr/>
          <p:nvPr/>
        </p:nvSpPr>
        <p:spPr>
          <a:xfrm>
            <a:off x="4937760" y="365760"/>
            <a:ext cx="4023360" cy="4023360"/>
          </a:xfrm>
          <a:prstGeom prst="ellipse">
            <a:avLst/>
          </a:prstGeom>
          <a:solidFill>
            <a:srgbClr val="E879F9">
              <a:alpha val="12000"/>
            </a:srgbClr>
          </a:solidFill>
          <a:ln w="12700">
            <a:solidFill>
              <a:srgbClr val="E879F9">
                <a:alpha val="0"/>
              </a:srgbClr>
            </a:solidFill>
            <a:prstDash val="solid"/>
          </a:ln>
        </p:spPr>
      </p:sp>
      <p:sp>
        <p:nvSpPr>
          <p:cNvPr id="3" name="Glow cyan"/>
          <p:cNvSpPr/>
          <p:nvPr/>
        </p:nvSpPr>
        <p:spPr>
          <a:xfrm>
            <a:off x="5486400" y="914400"/>
            <a:ext cx="3108960" cy="310896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pic>
        <p:nvPicPr>
          <p:cNvPr id="4" name="Character" descr="水色のツインテールの女の子のキャラクタ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0"/>
            <a:ext cx="3429000" cy="5143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PEPPER'S GHOST × AI</a:t>
            </a:r>
            <a:endParaRPr lang="en-US" sz="1400" dirty="0"/>
          </a:p>
        </p:txBody>
      </p:sp>
      <p:sp>
        <p:nvSpPr>
          <p:cNvPr id="6" name="Title"/>
          <p:cNvSpPr txBox="1"/>
          <p:nvPr/>
        </p:nvSpPr>
        <p:spPr>
          <a:xfrm>
            <a:off x="548640" y="15087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スマホを活用した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ホログラムの製作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00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GPUなし・工作は最小限。スマホと透明な板だけで、AIキャラを空中に浮かべる</a:t>
            </a:r>
            <a:endParaRPr lang="en-US" sz="1400" dirty="0"/>
          </a:p>
        </p:txBody>
      </p:sp>
      <p:sp>
        <p:nvSpPr>
          <p:cNvPr id="8" name="Cost pill"/>
          <p:cNvSpPr/>
          <p:nvPr/>
        </p:nvSpPr>
        <p:spPr>
          <a:xfrm>
            <a:off x="548640" y="402336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023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総額 300円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6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仕組み：板に映った光が浮かんで見える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スマホの画面 → 45°の透明板の裏側で反射 → 水平に目へ。像は板の奥の空中にあるように見える</a:t>
            </a:r>
            <a:endParaRPr lang="en-US" sz="1400" dirty="0"/>
          </a:p>
        </p:txBody>
      </p:sp>
      <p:sp>
        <p:nvSpPr>
          <p:cNvPr id="4" name="Phone"/>
          <p:cNvSpPr/>
          <p:nvPr/>
        </p:nvSpPr>
        <p:spPr>
          <a:xfrm>
            <a:off x="822960" y="4114800"/>
            <a:ext cx="2011680" cy="164592"/>
          </a:xfrm>
          <a:prstGeom prst="roundRect">
            <a:avLst>
              <a:gd name="adj" fmla="val 27778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スマホ（画面を上向き）</a:t>
            </a:r>
            <a:endParaRPr lang="en-US" sz="1200" dirty="0"/>
          </a:p>
        </p:txBody>
      </p:sp>
      <p:sp>
        <p:nvSpPr>
          <p:cNvPr id="6" name="Plate"/>
          <p:cNvSpPr/>
          <p:nvPr/>
        </p:nvSpPr>
        <p:spPr>
          <a:xfrm flipV="1">
            <a:off x="914400" y="2286000"/>
            <a:ext cx="1828800" cy="1828800"/>
          </a:xfrm>
          <a:prstGeom prst="line">
            <a:avLst/>
          </a:prstGeom>
          <a:noFill/>
          <a:ln w="635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8036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透明板 45°</a:t>
            </a:r>
            <a:endParaRPr lang="en-US" sz="1200" dirty="0"/>
          </a:p>
        </p:txBody>
      </p:sp>
      <p:sp>
        <p:nvSpPr>
          <p:cNvPr id="8" name="Light up"/>
          <p:cNvSpPr/>
          <p:nvPr/>
        </p:nvSpPr>
        <p:spPr>
          <a:xfrm flipV="1">
            <a:off x="1828800" y="3200400"/>
            <a:ext cx="0" cy="914400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9" name="Light to eye"/>
          <p:cNvSpPr/>
          <p:nvPr/>
        </p:nvSpPr>
        <p:spPr>
          <a:xfrm>
            <a:off x="1828800" y="3200400"/>
            <a:ext cx="4937760" cy="0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84048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反射した光</a:t>
            </a:r>
            <a:endParaRPr lang="en-US" sz="1200" dirty="0"/>
          </a:p>
        </p:txBody>
      </p:sp>
      <p:sp>
        <p:nvSpPr>
          <p:cNvPr id="11" name="Floating image"/>
          <p:cNvSpPr/>
          <p:nvPr/>
        </p:nvSpPr>
        <p:spPr>
          <a:xfrm>
            <a:off x="960120" y="2971800"/>
            <a:ext cx="457200" cy="457200"/>
          </a:xfrm>
          <a:prstGeom prst="ellipse">
            <a:avLst/>
          </a:prstGeom>
          <a:solidFill>
            <a:srgbClr val="E879F9">
              <a:alpha val="70000"/>
            </a:srgbClr>
          </a:solidFill>
          <a:ln w="19050">
            <a:solidFill>
              <a:srgbClr val="E879F9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4864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9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浮かんで見える像</a:t>
            </a:r>
            <a:endParaRPr lang="en-US" sz="1200" dirty="0"/>
          </a:p>
        </p:txBody>
      </p:sp>
      <p:sp>
        <p:nvSpPr>
          <p:cNvPr id="13" name="Eye"/>
          <p:cNvSpPr/>
          <p:nvPr/>
        </p:nvSpPr>
        <p:spPr>
          <a:xfrm>
            <a:off x="6858000" y="301752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Pupil"/>
          <p:cNvSpPr/>
          <p:nvPr/>
        </p:nvSpPr>
        <p:spPr>
          <a:xfrm>
            <a:off x="6995160" y="3136392"/>
            <a:ext cx="182880" cy="182880"/>
          </a:xfrm>
          <a:prstGeom prst="ellipse">
            <a:avLst/>
          </a:prstGeom>
          <a:solidFill>
            <a:srgbClr val="070B16"/>
          </a:solidFill>
          <a:ln w="12700">
            <a:solidFill>
              <a:srgbClr val="070B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3520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見る人（板の高い側、目は机の高さ）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6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材料はダイソーで総額300円</a:t>
            </a:r>
            <a:endParaRPr lang="en-US" sz="3200" dirty="0"/>
          </a:p>
        </p:txBody>
      </p:sp>
      <p:sp>
        <p:nvSpPr>
          <p:cNvPr id="3" name="Cost card"/>
          <p:cNvSpPr/>
          <p:nvPr/>
        </p:nvSpPr>
        <p:spPr>
          <a:xfrm>
            <a:off x="548640" y="1371600"/>
            <a:ext cx="3108960" cy="2926080"/>
          </a:xfrm>
          <a:prstGeom prst="roundRect">
            <a:avLst>
              <a:gd name="adj" fmla="val 4688"/>
            </a:avLst>
          </a:prstGeom>
          <a:solidFill>
            <a:srgbClr val="E879F9">
              <a:alpha val="15000"/>
            </a:srgbClr>
          </a:solidFill>
          <a:ln w="19050">
            <a:solidFill>
              <a:srgbClr val="E879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79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円（総額）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スマホは手持ちを使用</a:t>
            </a:r>
            <a:endParaRPr lang="en-US" sz="1400" dirty="0"/>
          </a:p>
        </p:txBody>
      </p:sp>
      <p:sp>
        <p:nvSpPr>
          <p:cNvPr id="7" name="Item card 1"/>
          <p:cNvSpPr/>
          <p:nvPr/>
        </p:nvSpPr>
        <p:spPr>
          <a:xfrm>
            <a:off x="4023360" y="1371600"/>
            <a:ext cx="457200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8" name="Badge 1"/>
          <p:cNvSpPr/>
          <p:nvPr/>
        </p:nvSpPr>
        <p:spPr>
          <a:xfrm>
            <a:off x="4206240" y="157734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1577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透明シュリンクプラスチック板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厚さ0.3mm。9×17cmに切って反射板にする</a:t>
            </a:r>
            <a:endParaRPr lang="en-US" sz="1200" dirty="0"/>
          </a:p>
        </p:txBody>
      </p:sp>
      <p:sp>
        <p:nvSpPr>
          <p:cNvPr id="12" name="Item card 2"/>
          <p:cNvSpPr/>
          <p:nvPr/>
        </p:nvSpPr>
        <p:spPr>
          <a:xfrm>
            <a:off x="4023360" y="2377440"/>
            <a:ext cx="457200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3" name="Badge 2"/>
          <p:cNvSpPr/>
          <p:nvPr/>
        </p:nvSpPr>
        <p:spPr>
          <a:xfrm>
            <a:off x="4206240" y="2583180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062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黒プラダン（3mm）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直角二等辺三角形（直角の辺12cm）を2枚</a:t>
            </a:r>
            <a:endParaRPr lang="en-US" sz="1200" dirty="0"/>
          </a:p>
        </p:txBody>
      </p:sp>
      <p:sp>
        <p:nvSpPr>
          <p:cNvPr id="17" name="Item card 3"/>
          <p:cNvSpPr/>
          <p:nvPr/>
        </p:nvSpPr>
        <p:spPr>
          <a:xfrm>
            <a:off x="4023360" y="3383280"/>
            <a:ext cx="457200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8" name="Badge 3"/>
          <p:cNvSpPr/>
          <p:nvPr/>
        </p:nvSpPr>
        <p:spPr>
          <a:xfrm>
            <a:off x="4206240" y="358902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06240" y="3589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黒プラダンの背景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スマホの奥に立てて背景を暗くし、像を見やすく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6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作り方は4ステップ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463040"/>
            <a:ext cx="1874520" cy="292608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板を切る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シュリンク板を9×17cmに。つるつるの面を下（スマホ側）にする</a:t>
            </a:r>
            <a:endParaRPr lang="en-US" sz="1200" dirty="0"/>
          </a:p>
        </p:txBody>
      </p:sp>
      <p:sp>
        <p:nvSpPr>
          <p:cNvPr id="8" name="Step card 2"/>
          <p:cNvSpPr/>
          <p:nvPr/>
        </p:nvSpPr>
        <p:spPr>
          <a:xfrm>
            <a:off x="2606040" y="1463040"/>
            <a:ext cx="1874520" cy="292608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2788920" y="1645920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三角を作る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7889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黒プラダンで直角二等辺三角形を2枚。スマホを挟んで約8cm離して立てる</a:t>
            </a:r>
            <a:endParaRPr lang="en-US" sz="1200" dirty="0"/>
          </a:p>
        </p:txBody>
      </p:sp>
      <p:sp>
        <p:nvSpPr>
          <p:cNvPr id="13" name="Step card 3"/>
          <p:cNvSpPr/>
          <p:nvPr/>
        </p:nvSpPr>
        <p:spPr>
          <a:xfrm>
            <a:off x="4663440" y="1463040"/>
            <a:ext cx="1874520" cy="292608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4846320" y="1645920"/>
            <a:ext cx="457200" cy="45720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板を貼る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7889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三角の斜辺に、見る人側が高い坂になるようテープで固定</a:t>
            </a:r>
            <a:endParaRPr lang="en-US" sz="1200" dirty="0"/>
          </a:p>
        </p:txBody>
      </p:sp>
      <p:sp>
        <p:nvSpPr>
          <p:cNvPr id="18" name="Step card 4"/>
          <p:cNvSpPr/>
          <p:nvPr/>
        </p:nvSpPr>
        <p:spPr>
          <a:xfrm>
            <a:off x="6720840" y="1463040"/>
            <a:ext cx="1874520" cy="292608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6903720" y="164592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背景を立てる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7889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スマホの奥に黒プラダンを立てる。画面は上向き・輝度最大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6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浮かんで見えるコツ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最初は『何も浮かばない』状態でした。原因は見る位置でした。</a:t>
            </a:r>
            <a:endParaRPr lang="en-US" sz="1400" dirty="0"/>
          </a:p>
        </p:txBody>
      </p:sp>
      <p:sp>
        <p:nvSpPr>
          <p:cNvPr id="4" name="Tip card 1"/>
          <p:cNvSpPr/>
          <p:nvPr/>
        </p:nvSpPr>
        <p:spPr>
          <a:xfrm>
            <a:off x="548640" y="1645920"/>
            <a:ext cx="393192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板の高い側に座る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低い側や真上から見ても、反射は目に届きません</a:t>
            </a:r>
            <a:endParaRPr lang="en-US" sz="1200" dirty="0"/>
          </a:p>
        </p:txBody>
      </p:sp>
      <p:sp>
        <p:nvSpPr>
          <p:cNvPr id="9" name="Tip card 2"/>
          <p:cNvSpPr/>
          <p:nvPr/>
        </p:nvSpPr>
        <p:spPr>
          <a:xfrm>
            <a:off x="4663440" y="1645920"/>
            <a:ext cx="393192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4846320" y="1828800"/>
            <a:ext cx="457200" cy="45720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目を机の高さまで下げる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机から5〜8cm。水平に板の奥をのぞく</a:t>
            </a:r>
            <a:endParaRPr lang="en-US" sz="1200" dirty="0"/>
          </a:p>
        </p:txBody>
      </p:sp>
      <p:sp>
        <p:nvSpPr>
          <p:cNvPr id="14" name="Tip card 3"/>
          <p:cNvSpPr/>
          <p:nvPr/>
        </p:nvSpPr>
        <p:spPr>
          <a:xfrm>
            <a:off x="548640" y="3108960"/>
            <a:ext cx="393192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部屋を暗くする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反射は画面の数%の明るさ。暗いほど像が浮く</a:t>
            </a:r>
            <a:endParaRPr lang="en-US" sz="1200" dirty="0"/>
          </a:p>
        </p:txBody>
      </p:sp>
      <p:sp>
        <p:nvSpPr>
          <p:cNvPr id="19" name="Tip card 4"/>
          <p:cNvSpPr/>
          <p:nvPr/>
        </p:nvSpPr>
        <p:spPr>
          <a:xfrm>
            <a:off x="4663440" y="3108960"/>
            <a:ext cx="393192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20" name="Badge 4"/>
          <p:cNvSpPr/>
          <p:nvPr/>
        </p:nvSpPr>
        <p:spPr>
          <a:xfrm>
            <a:off x="4846320" y="329184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輝度は最大、背景は黒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黒背景に明るい色。彩度の高い色が映える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6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映像はブラウザだけで動く</a:t>
            </a:r>
            <a:endParaRPr lang="en-US" sz="3200" dirty="0"/>
          </a:p>
        </p:txBody>
      </p:sp>
      <p:sp>
        <p:nvSpPr>
          <p:cNvPr id="3" name="Glow"/>
          <p:cNvSpPr/>
          <p:nvPr/>
        </p:nvSpPr>
        <p:spPr>
          <a:xfrm>
            <a:off x="6035040" y="1188720"/>
            <a:ext cx="2560320" cy="256032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pic>
        <p:nvPicPr>
          <p:cNvPr id="4" name="Character" descr="水色のツインテールの女の子のキャラクタ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822960"/>
            <a:ext cx="2560320" cy="3840480"/>
          </a:xfrm>
          <a:prstGeom prst="rect">
            <a:avLst/>
          </a:prstGeom>
        </p:spPr>
      </p:pic>
      <p:sp>
        <p:nvSpPr>
          <p:cNvPr id="5" name="Feature card 1"/>
          <p:cNvSpPr/>
          <p:nvPr/>
        </p:nvSpPr>
        <p:spPr>
          <a:xfrm>
            <a:off x="548640" y="1280160"/>
            <a:ext cx="5120640" cy="749808"/>
          </a:xfrm>
          <a:prstGeom prst="roundRect">
            <a:avLst>
              <a:gd name="adj" fmla="val 14634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685800" y="1426464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26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325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Canvas 2Dで描画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GPU不要。HTML1枚でスマホのブラウザだけで動く</a:t>
            </a:r>
            <a:endParaRPr lang="en-US" sz="1200" dirty="0"/>
          </a:p>
        </p:txBody>
      </p:sp>
      <p:sp>
        <p:nvSpPr>
          <p:cNvPr id="10" name="Feature card 2"/>
          <p:cNvSpPr/>
          <p:nvPr/>
        </p:nvSpPr>
        <p:spPr>
          <a:xfrm>
            <a:off x="548640" y="2148840"/>
            <a:ext cx="5120640" cy="749808"/>
          </a:xfrm>
          <a:prstGeom prst="roundRect">
            <a:avLst>
              <a:gd name="adj" fmla="val 14634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1" name="Badge 2"/>
          <p:cNvSpPr/>
          <p:nvPr/>
        </p:nvSpPr>
        <p:spPr>
          <a:xfrm>
            <a:off x="685800" y="2295144"/>
            <a:ext cx="457200" cy="45720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上下反転して描く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2514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反射で上下が逆になるため、あらかじめ反転して描く</a:t>
            </a:r>
            <a:endParaRPr lang="en-US" sz="1200" dirty="0"/>
          </a:p>
        </p:txBody>
      </p:sp>
      <p:sp>
        <p:nvSpPr>
          <p:cNvPr id="15" name="Feature card 3"/>
          <p:cNvSpPr/>
          <p:nvPr/>
        </p:nvSpPr>
        <p:spPr>
          <a:xfrm>
            <a:off x="548640" y="3017520"/>
            <a:ext cx="5120640" cy="749808"/>
          </a:xfrm>
          <a:prstGeom prst="roundRect">
            <a:avLst>
              <a:gd name="adj" fmla="val 14634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6" name="Badge 3"/>
          <p:cNvSpPr/>
          <p:nvPr/>
        </p:nvSpPr>
        <p:spPr>
          <a:xfrm>
            <a:off x="685800" y="3163824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4つの状態で変化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待機・聞く・考える・話すで色と動きが変化</a:t>
            </a:r>
            <a:endParaRPr lang="en-US" sz="1200" dirty="0"/>
          </a:p>
        </p:txBody>
      </p:sp>
      <p:sp>
        <p:nvSpPr>
          <p:cNvPr id="20" name="Feature card 4"/>
          <p:cNvSpPr/>
          <p:nvPr/>
        </p:nvSpPr>
        <p:spPr>
          <a:xfrm>
            <a:off x="548640" y="3886200"/>
            <a:ext cx="5120640" cy="749808"/>
          </a:xfrm>
          <a:prstGeom prst="roundRect">
            <a:avLst>
              <a:gd name="adj" fmla="val 14634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21" name="Badge 4"/>
          <p:cNvSpPr/>
          <p:nvPr/>
        </p:nvSpPr>
        <p:spPr>
          <a:xfrm>
            <a:off x="685800" y="4032504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931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キャラを切り替え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32588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リング・球体・ダンスの女の子から選べる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6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実機で浮かんだ結果</a:t>
            </a:r>
            <a:endParaRPr lang="en-US" sz="3200" dirty="0"/>
          </a:p>
        </p:txBody>
      </p:sp>
      <p:sp>
        <p:nvSpPr>
          <p:cNvPr id="3" name="Video link card"/>
          <p:cNvSpPr/>
          <p:nvPr/>
        </p:nvSpPr>
        <p:spPr>
          <a:xfrm>
            <a:off x="548640" y="1325880"/>
            <a:ext cx="5394960" cy="3035808"/>
          </a:xfrm>
          <a:prstGeom prst="roundRect">
            <a:avLst>
              <a:gd name="adj" fmla="val 3614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実機の撮影動画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YouTube（13秒）</a:t>
            </a:r>
            <a:endParaRPr lang="en-US" sz="1400" dirty="0"/>
          </a:p>
        </p:txBody>
      </p:sp>
      <p:sp>
        <p:nvSpPr>
          <p:cNvPr id="6" name="Video URL">
            <a:hlinkClick r:id="rId1" tooltip=""/>
          </p:cNvPr>
          <p:cNvSpPr txBox="1"/>
          <p:nvPr/>
        </p:nvSpPr>
        <p:spPr>
          <a:xfrm>
            <a:off x="822960" y="2926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https://youtu.be/kwwd2e1JNIc</a:t>
            </a:r>
            <a:endParaRPr lang="en-US" sz="2400" dirty="0"/>
          </a:p>
        </p:txBody>
      </p:sp>
      <p:sp>
        <p:nvSpPr>
          <p:cNvPr id="7" name="Result card"/>
          <p:cNvSpPr/>
          <p:nvPr/>
        </p:nvSpPr>
        <p:spPr>
          <a:xfrm>
            <a:off x="6217920" y="1325880"/>
            <a:ext cx="2377440" cy="3035808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できたこと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8288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板に映った像が空中に浮いて、歩く動きまで見えた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108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キャラが表紙のデザインと別人になり、クリーチャーのように見える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6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これから：会話するホログラムへ</a:t>
            </a:r>
            <a:endParaRPr lang="en-US" sz="3200" dirty="0"/>
          </a:p>
        </p:txBody>
      </p:sp>
      <p:sp>
        <p:nvSpPr>
          <p:cNvPr id="3" name="Todo card 1"/>
          <p:cNvSpPr/>
          <p:nvPr/>
        </p:nvSpPr>
        <p:spPr>
          <a:xfrm>
            <a:off x="548640" y="1325880"/>
            <a:ext cx="8046720" cy="749808"/>
          </a:xfrm>
          <a:prstGeom prst="roundRect">
            <a:avLst>
              <a:gd name="adj" fmla="val 14634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731520" y="1472184"/>
            <a:ext cx="457200" cy="45720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72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990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もっとリアルなダンス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2821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同じキャラの顔・体形・衣装を保ったまま、本格的に踊らせる</a:t>
            </a:r>
            <a:endParaRPr lang="en-US" sz="1200" dirty="0"/>
          </a:p>
        </p:txBody>
      </p:sp>
      <p:sp>
        <p:nvSpPr>
          <p:cNvPr id="8" name="Todo card 2"/>
          <p:cNvSpPr/>
          <p:nvPr/>
        </p:nvSpPr>
        <p:spPr>
          <a:xfrm>
            <a:off x="548640" y="2194560"/>
            <a:ext cx="8046720" cy="749808"/>
          </a:xfrm>
          <a:prstGeom prst="roundRect">
            <a:avLst>
              <a:gd name="adj" fmla="val 14634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731520" y="2340864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2677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AIが返答して話す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59689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返答API（Claude）と声（AivisSpeech）をつなぎ、音量で口や体を動かす</a:t>
            </a:r>
            <a:endParaRPr lang="en-US" sz="1200" dirty="0"/>
          </a:p>
        </p:txBody>
      </p:sp>
      <p:sp>
        <p:nvSpPr>
          <p:cNvPr id="13" name="Todo card 3"/>
          <p:cNvSpPr/>
          <p:nvPr/>
        </p:nvSpPr>
        <p:spPr>
          <a:xfrm>
            <a:off x="548640" y="3063240"/>
            <a:ext cx="8046720" cy="749808"/>
          </a:xfrm>
          <a:prstGeom prst="roundRect">
            <a:avLst>
              <a:gd name="adj" fmla="val 14634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731520" y="3209544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1363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HTTPSで公開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6557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マイクを使うにはHTTPSが必要。専用のURLで公開する</a:t>
            </a:r>
            <a:endParaRPr lang="en-US" sz="1200" dirty="0"/>
          </a:p>
        </p:txBody>
      </p:sp>
      <p:sp>
        <p:nvSpPr>
          <p:cNvPr id="18" name="Todo card 4"/>
          <p:cNvSpPr/>
          <p:nvPr/>
        </p:nvSpPr>
        <p:spPr>
          <a:xfrm>
            <a:off x="548640" y="3931920"/>
            <a:ext cx="8046720" cy="749808"/>
          </a:xfrm>
          <a:prstGeom prst="roundRect">
            <a:avLst>
              <a:gd name="adj" fmla="val 14634"/>
            </a:avLst>
          </a:prstGeom>
          <a:solidFill>
            <a:schemeClr val="tx2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731520" y="4078224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0050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板に映して微調整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33425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文字の濃さ、リングの太さ、キャラの大きさを実機で調整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6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logram Night">
  <a:themeElements>
    <a:clrScheme name="Hologram Night">
      <a:dk1>
        <a:srgbClr val="070B16"/>
      </a:dk1>
      <a:lt1>
        <a:srgbClr val="FFFFFF"/>
      </a:lt1>
      <a:dk2>
        <a:srgbClr val="121A33"/>
      </a:dk2>
      <a:lt2>
        <a:srgbClr val="A9B6D3"/>
      </a:lt2>
      <a:accent1>
        <a:srgbClr val="22D3EE"/>
      </a:accent1>
      <a:accent2>
        <a:srgbClr val="E879F9"/>
      </a:accent2>
      <a:accent3>
        <a:srgbClr val="7C5CFF"/>
      </a:accent3>
      <a:accent4>
        <a:srgbClr val="34D399"/>
      </a:accent4>
      <a:accent5>
        <a:srgbClr val="FBBF24"/>
      </a:accent5>
      <a:accent6>
        <a:srgbClr val="F472B6"/>
      </a:accent6>
      <a:hlink>
        <a:srgbClr val="22D3EE"/>
      </a:hlink>
      <a:folHlink>
        <a:srgbClr val="E879F9"/>
      </a:folHlink>
    </a:clrScheme>
    <a:fontScheme name="Hologram Night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スマホを活用したホログラムの製作</dc:title>
  <dc:subject>PptxGenJS Presentation</dc:subject>
  <dc:creator>PptxGenJS</dc:creator>
  <cp:lastModifiedBy>PptxGenJS</cp:lastModifiedBy>
  <cp:revision>1</cp:revision>
  <dcterms:created xsi:type="dcterms:W3CDTF">2026-10-24T14:47:37Z</dcterms:created>
  <dcterms:modified xsi:type="dcterms:W3CDTF">2026-10-24T14:47:37Z</dcterms:modified>
</cp:coreProperties>
</file>